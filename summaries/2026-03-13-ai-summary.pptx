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/>
            </a:pPr>
            <a:r>
              <a:t>AI Daily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2026/03/13 • Collected 0 AI news items from 3 sources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The Verge - AI &amp; Artificial Intelligence</a:t>
            </a:r>
          </a:p>
          <a:p>
            <a:pPr>
              <a:defRPr sz="2400"/>
            </a:pPr>
            <a:r>
              <a:t>• arXiv.org - cs.AI</a:t>
            </a:r>
          </a:p>
          <a:p>
            <a:pPr>
              <a:defRPr sz="2400"/>
            </a:pPr>
            <a:r>
              <a:t>• TechCrunch - Artificial Intelligence</a:t>
            </a:r>
          </a:p>
          <a:p>
            <a:pPr>
              <a:defRPr sz="2400"/>
            </a:pPr>
            <a:r>
              <a:t>• Google AI Blog</a:t>
            </a:r>
          </a:p>
          <a:p>
            <a:pPr>
              <a:defRPr sz="2400"/>
            </a:pPr>
            <a:r>
              <a:t>• OpenAI Blog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